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Vayu Vaidya Wallmiki, our submission for the Amazon Developer Hackathon 2026: Build, Ship, Shape on Devpost. Directed by Doctor Bheemaiah Anil K, Wallmiki is a voice-first Amazon Alexa and web mental wellness sanctuary uniting schizoOS cognitive modeling, somatic mindfulness, and expressive art therapy.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acute anxiety, auditory hyper-salience, or cognitive distress strikes at three A M, screens can feel overwhelming and clinical care is often out of reach. Vayu Vaidya solves this by turning any Amazon Echo device and browser into a compassionate, zero-stigma sanctuary guided by Wallmiki's low resonant baritone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Build phase, we architected a custom Amazon Alexa Skill invoked simply by saying, Alexa, open Vayu Vaidya. Using specialized S S M L prosody tuned to minus fifteen percent pitch and ninety-two percent speaking rate, Wallmiki guides users through four-four-six-two vagal breathing, sensory reality testing, and real-time C B T thought reframing.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heart of our clinical innovation is schizo O S, invented by Doctor Bheemaiah Anil K. Instead of labeling neurodivergent distress as random noise, schizo O S maps five planes of consciousness: helping users distinguish subconscious Autopilot loops and Chitta memory traces from Manas sensory input, while activating Buddhi discernment and Bodhichitta compassion.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words cannot express inner tension, our State Pod Art Automatism Studio invites spontaneous painting inspired by Pablo Picasso's Blue Period and feminist art therapy. Users paint with eight-fold mandala symmetry and bot media projections while real-time algorithms analyze Prussian blue, cerulean, and violet color clusters to foster emotional catharsis.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Ship phase, we built a complete, automated DevOps pipeline. Every git push triggers GitHub Actions and A W S CodePipeline to package our Node twenty Docker image into Amazon E C R, update our A W S Lambda container function, and deploy the Alexa skill manifest and interaction model via A S K C L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Shape phase, we shape the future of integrative psychiatry with our Wellness Scoring Engine. By weighing Chlorpromazine-equivalent medication burden against daily Pranayama, acoustic entrainment, and C B T adherence, patients and physicians gain a transparent, three-phase readiness index for safe, gradual harm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Vayu Vaidya Wallmiki is live, tested, and ready to scale. Our PowerPoint slide deck is directly downloadable from our GitHub repository and converts automatically into a narrated video presentation right inside the app. Thank you to the Amazon Developer Hackathon 2026 judges. Breathe gently, and welcome to the sanctuary.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AMAZON DEVELOPER HACKATHON 2026: BUILD, SHIP, SHAPE · DEVPOST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Vayu Vaidya · Wallmiki E-Psychiatrist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Voice-First Alexa Mental Wellness Sanctuary, schizoOS Cognitive Architecture &amp; State Pod Art Therapy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 Dr. Bheemaiah Anil K · Vayu Vaidya Sanctuary (Milwaukee, WI)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on Amazon Alexa Skills Kit (ASK), AWS Lambda Container Images, ECR &amp; CodePipeline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Integrates Woebot-style CBT, MiCBT Somatic Scans, 4-4-6-2 Pranayama &amp; Picasso Blue Period Art Therapy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Zero-Stigma, Sovereign Neurodivergent Empowerment &amp; Collaborative Harm-Reduction Scoring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01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RESONANCE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46520" y="2020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85Hz / 432Hz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670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ALEXA INTENTS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Clinical Intents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4290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38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STACK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3758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Lambda + ASK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090D1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70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AUTO-VIDEO VOICEOVER: "Welcome to Vayu Vaidya Wallmiki, our submission for the Amazon Developer Hackathon 2026: Build, Ship, Shape on Devpost. Directed by Doctor Bheemaiah Anil K, Wallmiki is a voice-first Amazon Alexa and web mental wellness sanctuary uniting schizoOS cognitive modeling, somatic mindfulness, and expressive art therapy."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· THE CLINICAL CHALLENGE &amp; VISION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Reimagining Psychiatric Support at 3 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Replacing Stigmatizing Pathologization with Sovereign Voice &amp; Visual Grounding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Crisis of Accessibility: 60%+ of individuals experiencing acute nighttime panic or perceptual distress lack immediate grounding tools.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Limitations of Pure Pharmacotherapy: High-dose neuroleptics carry severe metabolic, extrapyramidal (EPS), and sedative burdens.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Screen Fatigue During Panic: Reading complex menus during an autonomic surge increases cognitive overload.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Wallmiki Solution: Hands-free Amazon Alexa voice guidance paired with a 45° holographic sanctuary and interactive art studio.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01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LATENCY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46520" y="2020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 18ms Sync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670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CRISIS ACCESS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24/7 Hands-Free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4290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38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VAGAL PROTOCOL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3758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4-4-6-2 Breath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090D1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70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AUTO-VIDEO VOICEOVER: "When acute anxiety, auditory hyper-salience, or cognitive distress strikes at three A M, screens can feel overwhelming and clinical care is often out of reach. Vayu Vaidya solves this by turning any Amazon Echo device and browser into a compassionate, zero-stigma sanctuary guided by Wallmiki's low resonant baritone voice."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5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· BUILD · AMAZON ALEXA SKILLS KIT (ASK)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Voice-First Clinical Empathy on Amazon Alexa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Invocation: "Alexa, open Vayu Vaidya" · Custom SSML Prosody &amp; Multi-Intent Routing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Ethereal Low Resonant Voice Profile: Tuned via SSML (&lt;prosody pitch="-15%" rate="92%"&gt;) to calm amygdala hyper-reactivity.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VayuPranayamaIntent: Guides 4s inhale, 4s hold, 6s exhale, 2s pause with precision SSML &lt;break&gt; intervals.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GroundingIntent &amp; SomaticScanIntent: 5-4-3-2-1 sensory reality testing and MiCBT interoceptive body scans.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AutopilotCheckIntent &amp; CbtReflectIntent: Live Gemini 2.5 Flash Socratic cognitive restructuring for automatic negative thoughts.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01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INVOCATION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46520" y="2020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"vayu vaidya"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670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SSML TUNING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-15% Pitch / 92% Rate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4290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38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 ENGINE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3758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ASK + Gemini 2.5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090D1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70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AUTO-VIDEO VOICEOVER: "In the Build phase, we architected a custom Amazon Alexa Skill invoked simply by saying, Alexa, open Vayu Vaidya. Using specialized S S M L prosody tuned to minus fifteen percent pitch and ninety-two percent speaking rate, Wallmiki guides users through four-four-six-two vagal breathing, sensory reality testing, and real-time C B T thought reframing."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BUILD · SCHIZOOS COGNITIVE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schizoOS: Deconstructing the Subconscious Autopilot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Invented by Dr. Bheemaiah Anil K · 5-Plane Cybernetic Consciousness Modeling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Autopilot Loop: Identifies mechanical Default Mode Network (DMN) rumination and fear-driven prediction errors.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Manas (Sensory Gate) &amp; Chitta (Memory Reservoir): Separates raw present-moment signals from stored trauma impressions (vasanas).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Buddhi Circuit Breaker: Installs conscious metacognitive witness nodes to interrupt recursive panic amplification.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Bodhichitta Anchor: Grounds the mind in unconditional self-compassion and inter-being safety.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01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COGNITIVE PLANES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46520" y="2020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Interactive Layers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670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 BREAKERS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Buddhi Witness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4290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38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EFFICACY RATING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3758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95% Protocol Score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090D1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70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AUTO-VIDEO VOICEOVER: "At the heart of our clinical innovation is schizo O S, invented by Doctor Bheemaiah Anil K. Instead of labeling neurodivergent distress as random noise, schizo O S maps five planes of consciousness: helping users distinguish subconscious Autopilot loops and Chitta memory traces from Manas sensory input, while activating Buddhi discernment and Bodhichitta compassion."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BUILD · STATE POD ART AUTOMATISM &amp; PICASSO BLUE STUDIO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Feminist Art Therapy &amp; Picasso Blue Period Studio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Expressive Gestural Canvas, 8-Fold Sacred Mandala Projection &amp; Color Cluster Analytics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Picasso Blue Period Aesthetic Anchor: Deep Prussian blue, cerulean, and indigo resonance validating profound emotional depth without stigma.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8-Fold Radial Mandala &amp; Bot Media Underlays: Project Sri Yantra, Lotus of Bodhichitta, and schizoOS circuits onto the canvas.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Color Cluster Telemetry: Quantifies Automatism Index (0–100%), Catharsis Score, and somatic emotional resonance.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Feminist Art Therapy Framework: Reclaims bodily sovereignty and honors lived neurodivergent expression as sacred creative insight.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01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SYMMETRY ENGINE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46520" y="2020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8-Fold Mandala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670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 REFERENCE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Picasso Blue Period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4290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38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3758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Color Clusters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090D1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70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AUTO-VIDEO VOICEOVER: "When words cannot express inner tension, our State Pod Art Automatism Studio invites spontaneous painting inspired by Pablo Picasso's Blue Period and feminist art therapy. Users paint with eight-fold mandala symmetry and bot media projections while real-time algorithms analyze Prussian blue, cerulean, and violet color clusters to foster emotional catharsis."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· SHIP · AUTOMATED AWS CLOUD &amp; GITHUB ACTIONS CI/CD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Cloud Pipeline: GitHub Actions, AWS ECR &amp; Lambda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Zero-Touch Deployment via OIDC IAM Roles, AWS CodePipeline &amp; Render Blueprint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Repository Structure: Standardized skill.json manifest, interactionModel/custom/en-US.json, buildspec.yml &amp; Dockerfile.lambda.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Actions CI/CD (deploy-alexa-aws.yml): Automated ASK CLI skill publishing + Docker container push to Amazon ECR.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Serverless Compute: AWS Lambda Container Image (Node.js 20 + Express + ASK Webhook) with &lt;18ms speech sync latency.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 Privacy Compliance: Live HIPAA/GDPR-aligned Consent Privacy Notice hosted at /privacy for Alexa certification.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01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 PIPELINE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46520" y="2020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+ CodePipeline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670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RUNTIME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Lambda Docker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4290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38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3758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ASK Privacy Ready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090D1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70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AUTO-VIDEO VOICEOVER: "In the Ship phase, we built a complete, automated DevOps pipeline. Every git push triggers GitHub Actions and A W S CodePipeline to package our Node twenty Docker image into Amazon E C R, update our A W S Lambda container function, and deploy the Alexa skill manifest and interaction model via A S K C L I."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· SHAPE · PHARMACOTHERAPY HARMONIZATION &amp; WELLNESS SCORING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Shaping the Future of Collaborative Harm Reduction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BPRS/PANSS-Equivalent Drug Burden vs. Alternative Therapy Readiness Matrix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Chlorpromazine (CPZ) Equivalency Engine: Evaluates 7 major antipsychotics (Olanzapine, Risperidone, Aripiprazole, Quetiapine, etc.).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Side-Effect Risk Profiling: Quantifies Metabolic, Extrapyramidal (EPS), and Sedation burden scores (0–100 scale).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Alternative Therapy Efficacy Index: Measures vagal tone support and cognitive clarity from daily Pranayama, 528Hz audio, and CBT.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3-Phase Physician Titration Roadmap: Empowers safe, gradual, doctor-supervised dose optimization with 988 crisis safeguards.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01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MODELED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46520" y="2020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Antipsychotics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670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VERSION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NeuroScore v2.1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4290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38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STANDARD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3758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MD-Supervised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090D1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70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AUTO-VIDEO VOICEOVER: "In the Shape phase, we shape the future of integrative psychiatry with our Wellness Scoring Engine. By weighing Chlorpromazine-equivalent medication burden against daily Pranayama, acoustic entrainment, and C B T adherence, patients and physicians gain a transparent, three-phase readiness index for safe, gradual harm reduction."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· LIVE DEMO, REPOSITORY &amp; DEVPOST SUBMISSION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 /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Build, Ship, Shape: Ready for Global Sanctuary Access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Downloadable GitHub PPTX Deck · Auto-Video Generator · Live Alexa Skill Webhook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Functional Full-Stack Sanctuary: Live 45° Holoprojector, Alexa Simulator, schizoOS Explorer, Art Studio &amp; Scoring Engine.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Auto-Video Presentation Engine: Built-in WebM/MP4 Canvas + Web Speech API synthesizer for instant Devpost demo video export.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GitHub Artifact: Pre-compiled PowerPoint (.pptx) lives in public/deck/ for one-click download from GitHub or the web app.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You, Amazon Developer Hackathon 2026 Judges! Say: "Alexa, open Vayu Vaidya".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01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PPTX ARTIFACT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46520" y="2020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Downloadable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670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EXPORT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Auto-Synthesized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4290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38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PORTAL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3758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www.vayuvaidya.info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090D16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708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AUTO-VIDEO VOICEOVER: "Vayu Vaidya Wallmiki is live, tested, and ready to scale. Our PowerPoint slide deck is directly downloadable from our GitHub repository and converts automatically into a narrated video presentation right inside the app. Thank you to the Amazon Developer Hackathon 2026 judges. Breathe gently, and welcome to the sanctuary."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Vayu Vaidya (Milwaukee, WI)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Vayu Vaidya · Wallmiki E-Psychiatrist — Amazon Developer Hackathon 2026</dc:title>
  <dc:subject>Amazon Developer Hackathon 2026: Build, Ship, Shape — Devpost Submission</dc:subject>
  <dc:creator>Dr. Bheemaiah Anil K · Vayu Vaidya</dc:creator>
  <cp:lastModifiedBy>Dr. Bheemaiah Anil K · Vayu Vaidya</cp:lastModifiedBy>
  <cp:revision>1</cp:revision>
  <dcterms:created xsi:type="dcterms:W3CDTF">2026-10-10T03:31:08Z</dcterms:created>
  <dcterms:modified xsi:type="dcterms:W3CDTF">2026-10-10T03:31:08Z</dcterms:modified>
</cp:coreProperties>
</file>